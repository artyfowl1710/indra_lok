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38BDF8"/>
                </a:solidFill>
                <a:latin typeface="Calibri"/>
              </a:defRPr>
            </a:pPr>
            <a:r>
              <a:t>INDRA Autonomous System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A High-Performance, 100% Offline AI Agent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System Architecture &amp; Core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**Local Model Serving**: llama-swap dynamically manages local GGUF models within 6GB VRAM.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**Unified Tool Suite**: Pre-packaged, context-agnostic PDF, PPTX, and XLSX generation engines.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**Interactive UI Bridge**: Real-time WebSocket approvals and clarification prompts.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Performance &amp;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**Context Window**: 32K token context with flash-attention and Q4_K_M quantization.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**GPU Offload**: 28 layers offloaded to NVIDIA RTX GPU with zero CUDA out-of-memory faults.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**Delivery Guarantee**: All generated files persisted to workspace ./outputs/ directory.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