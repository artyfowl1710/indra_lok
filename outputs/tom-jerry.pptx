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2926080" cy="384048"/>
          </a:xfrm>
          <a:prstGeom prst="roundRect">
            <a:avLst/>
          </a:prstGeom>
          <a:solidFill>
            <a:srgbClr val="1E3A58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●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8755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200" b="1">
                <a:solidFill>
                  <a:srgbClr val="38BDF8"/>
                </a:solidFill>
                <a:latin typeface="Segoe UI"/>
              </a:defRPr>
            </a:pPr>
            <a:r>
              <a:t>टॉम और जर्सी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  <a:latin typeface="Segoe UI"/>
              </a:defRPr>
            </a:pPr>
            <a:r>
              <a:t>एक क्लासिक कार्टून सेरीज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9875520" cy="118872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 wrap="square"/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INDRA Sovereign Intelligence Architecture  •  CodersbyChance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100% Offline Air-Gapped Environment  •  Verified Production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पृष्ठभूमि और शुरुआत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2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बनाया गया: जॉन हाना और जॉज्फ Barbera (1940)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सबसे पहले ep: 1942 में 'The Tripping Mouse' (25 मिनट)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एक बड़का, जर्सी एक छोटा चूहा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कहानी: टॉम जर्सी को पकड़ने की कोशिश करता है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चरित्र और कथा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3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टॉम: एक बड़का, जो जर्सी को पकड़ना चाहता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जर्सी: एक चूहा, जो बहुत समझदार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दोनों के बीच हर समय मजेदार लड़ाई होती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कभी-कभी टॉम जीतता है, कभी-कभी जर्सी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मज़े और हास्य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4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Slapstick Comedy: बहुत से मजेदार गेग्स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अपेक्षित और अचानक घटनाएं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फिजिकल हास्य और absurd situations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बच्चों और बड़ों दोनों को पसंद आता है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संस्कृति और प्रभाव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5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दुनिया भर में 900+ एपिसोड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20 साल से अधिक समय तक चलता रहा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और जर्सी ने कार्टून इंडस्ट्री को बदला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आज भी नए एपिसोड आते हैं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विशेष घटनाएं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6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कभी-कभी जर्सी का दोस्त बन जाता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अलग-अलग एपिसोड में अलग-अलग कहानियाँ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कभी जर्सी को पकड़ नहीं पाता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कार्टून हमेशा मज़ेदार रहता है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अनुमानित भविष्य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7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और जर्सी अभी भी चल रहे हैं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नए एपिसोड और मूवी आती रहती हैं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इन्हें बच्चों के लिए सबसे अच्छा कार्टून माना जाता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और जर्सी का सफर अभी जारी है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3628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●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निष्कर्ष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199632"/>
            <a:ext cx="103628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INDRA AI Ecosystem  | 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263640"/>
            <a:ext cx="30476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Slide 8 of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362895" cy="4069080"/>
          </a:xfrm>
          <a:prstGeom prst="roundRect">
            <a:avLst/>
          </a:prstGeom>
          <a:solidFill>
            <a:srgbClr val="1A24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03628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9448495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और जर्सी एक क्लासिक कार्टून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इसे बच्चों और बड़ों दोनों को पसंद आता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कार्टून की कहानी हमेशा मज़ेदार रहती है</a:t>
            </a:r>
          </a:p>
          <a:p>
            <a:pPr>
              <a:spcBef>
                <a:spcPts val="800"/>
              </a:spcBef>
              <a:defRPr sz="1800">
                <a:solidFill>
                  <a:srgbClr val="F1F5F9"/>
                </a:solidFill>
                <a:latin typeface="Segoe UI"/>
              </a:defRPr>
            </a:pPr>
            <a:r>
              <a:t>▸  टॉम और जर्सी दुनिया का सबसे लोकप्रिय कार्टून हैं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