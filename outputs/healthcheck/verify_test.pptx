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38BDF8"/>
                </a:solidFill>
                <a:latin typeface="Calibri"/>
              </a:defRPr>
            </a:pPr>
            <a:r>
              <a:t>System Ready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Subtitle: Offline Slide Deck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Slide 2: Status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16:9 Widescreen Engine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  <a:latin typeface="Calibri"/>
              </a:defRPr>
            </a:pPr>
            <a:r>
              <a:t>Dark theme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